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18872" cy="4297680"/>
          </a:xfrm>
          <a:prstGeom prst="rect">
            <a:avLst/>
          </a:prstGeom>
          <a:solidFill>
            <a:srgbClr val="F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7F8FC"/>
                </a:solidFill>
              </a:defRPr>
            </a:pPr>
            <a:r>
              <a:t>Introduction to n8n</a:t>
            </a:r>
          </a:p>
          <a:p>
            <a:pPr>
              <a:defRPr sz="2500">
                <a:solidFill>
                  <a:srgbClr val="FF6D5A"/>
                </a:solidFill>
              </a:defRPr>
            </a:pPr>
            <a:r>
              <a:t>Workflow Automation for Beginners</a:t>
            </a:r>
          </a:p>
          <a:p>
            <a:pPr>
              <a:spcBef>
                <a:spcPts val="2000"/>
              </a:spcBef>
              <a:defRPr sz="1700">
                <a:solidFill>
                  <a:srgbClr val="B9C2D8"/>
                </a:solidFill>
              </a:defRPr>
            </a:pPr>
            <a:r>
              <a:t>From manual tasks to connected, automated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Explain what workflow automation means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Identify the main parts of an n8n workflow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Understand triggers, actions, nodes, data, and credentials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Build a simple beginner workflow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Know where APIs and AI fit into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What is n8n?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n8n is a workflow automation platform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It connects applications, APIs, databases, files, and AI services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Workflows are built visually by connecting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You can transform and route data with little or no code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It can run in n8n Cloud or be self-hosted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Why Use Workflow Automation?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Reduce repetitive manual work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Move data automatically between systems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Run tasks on a schedule or when an event occurs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Reduce copy/paste mistakes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Create repeatable business and technical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Basic n8n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TRIGGER → PROCESS → ACTION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Trigger: something starts the workflow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Process: data is checked, changed, filtered, or combined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Action: n8n performs work in another system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Example: Form submitted → clean data → add row to Google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What is a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 workflow is a sequence of connected steps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Each step is usually represented by a node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Data normally moves from one node to the next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 workflow can contain branches and conditions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Workflows can be tested manually and activated for automatic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Understanding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Trigger nodes start workflows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Action nodes perform operations in apps or services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Core nodes transform, filter, merge, loop, or write code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Each node receives input and produces output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Nodes are connected on the workflow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Common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Manual Trigger — useful while learning and testing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Schedule Trigger — run hourly, daily, weekly, etc.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Webhook — start when an HTTP request arrives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App triggers — react to events from supported services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Workflow Trigger — respond to workflow-level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Common Action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Google Sheets — read, append, update, or manage sheet data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Gmail / email nodes — send or process messages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HTTP Request — communicate with REST APIs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Database nodes — read or modify database records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Code node — use JavaScript or Python when custom logic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How Data Moves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Nodes exchange data as items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Most data is represented using JSON-like fields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You can inspect node input and output while testing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Expressions can reference data from previous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Good data mapping is one of the most important n8n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Expressions insert dynamic values into node fields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They can use values produced by earlier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Example idea: use a form's email field in a Google Sheets row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Expressions avoid hard-coding changing values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The editor helps you select available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Credentials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Many integrations require credentials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Common methods include OAuth 2.0, API keys, usernames/passwords, and tokens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Credentials are configured separately and selected by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Use minimum required permissions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Never expose secrets inside workflow data or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Example 1: Google Sheets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Goal: save submitted information into a spreadsheet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1. Trigger receives or creates the data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2. Optional node cleans or renames fields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3. Google Sheets node selects spreadsheet and sheet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4. Map incoming values to sheet columns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5. Test, verify the row, then activate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Example 2: Scheduled API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Goal: collect data from an API every morning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Schedule Trigger starts the workflow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HTTP Request calls the API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Filter or Code node processes the response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Google Sheets/database stores the result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Optional email node sends 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Conditions and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IF node makes a yes/no decision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Switch node can route data to several paths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Filters can stop unwanted items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Branches let one workflow handle different cases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Example: score ≥ 50 → Pass; otherwise →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Testing and Executions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Execute nodes while building to inspect their output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Use test data before activating a workflow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The Executions area shows workflow runs and statuses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Failed executions help you locate the node that caused the error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Fix the node, retest, and retry when appropriate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Beginner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Not mapping any values into an action node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Using the wrong spreadsheet, sheet, table, or operation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Forgetting required matching columns during update operations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Incorrect OAuth redirect URLs or missing API permissions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Activating a workflow before testing it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n8n and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An API allows software systems to communicate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The HTTP Request node can call services without a dedicated n8n node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Typical API concepts: URL, method, headers, authentication, parameters, and body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Responses often contain JSON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Learning basic REST APIs greatly expands what you can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n8n and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n8n can combine AI capabilities with traditional automation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AI can classify, summarize, extract, generate, or make tool-assisted decisions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AI output can be passed to normal application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Use deterministic rules where possible and AI where flexible interpretation helps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Always validate important AI-generated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Beginner Practice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Create: Manual Trigger → Edit Fields → IF → Google Sheets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Input: student name and marks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Edit Fields: calculate or prepare values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IF: determine pass/fail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Google Sheets: append the final record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Extension: send an email after saving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n8n automates processes by connecting nodes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Every workflow starts with a trigger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Data flows between nodes and can be transformed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Credentials securely connect external services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Start small, test each node, then activate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7F8FC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Build one workflow using Manual Trigger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Connect Google Sheets or another familiar service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Practice expressions and field mapping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Try Webhook and HTTP Request after the basics</a:t>
            </a:r>
          </a:p>
          <a:p>
            <a:pPr>
              <a:spcAft>
                <a:spcPts val="1200"/>
              </a:spcAft>
              <a:defRPr sz="2100">
                <a:solidFill>
                  <a:srgbClr val="F7F8FC"/>
                </a:solidFill>
              </a:defRPr>
            </a:pPr>
            <a:r>
              <a:t>• Explore templates and official documentation as you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2D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